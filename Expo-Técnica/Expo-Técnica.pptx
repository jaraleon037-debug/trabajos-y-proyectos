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4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984B6-AD38-7030-7379-45D004B68A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4793D0-83E0-8FD7-517A-EE081E4BB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17200B-06FC-31E8-5EFA-CE5E95B19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6FCD00-B1AC-6987-7301-CCA12979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104E49-89B7-D0A6-97A6-6A987B821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82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F6F72-9352-C67E-00C2-93AAD4895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8A07AB-1862-A415-0049-11772852E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B9045-0899-DF6E-D858-BB253BFFA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EDE72B-85F0-C6F4-5639-89F8018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4F49B9-A1D8-B823-5CC5-C086E6B82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215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7C9C3-C7A3-BF40-F435-FC5C5E6AD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8862B64-33CE-92AD-BF8F-6FFF45D7F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49DF0B-B152-770C-B35F-7BBFBCF6C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ED2D2-63F2-14ED-9071-5ED88D2C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8EA8E6-77B5-6BA8-1CD0-9465F912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5685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489FD-DE55-A8D8-1809-69C11A54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5E13D7-5ABA-00A7-F8F3-AAC62ACD5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F5103F-E8CB-EBB7-DD9A-6D8BB8E0A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D8903-8EED-43D9-924F-5FCCB6F58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30FB9C-2A51-C851-C847-3D8C80508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64A92C-2DCE-5A88-5E97-0C2BCEF3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1805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1CEBF-21A6-56D1-6A5A-D21390820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E65B9C-98F4-0066-14C2-02CC3D7A7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D922C48-4C28-970C-93F7-9AC8F8D4F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61583D-6FB8-6B15-8864-4168638D0E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729C12-B1C0-883D-AF3C-AC5E025224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2F0596-E39A-0634-C20B-FD4B2E42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229941-C2D4-EF41-B21E-56D77D43B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00E34C-A4FB-30A7-2A4D-D1290FB4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4323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4E54E6-4CB0-567B-2063-DC4B377F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C9BCC9-8E19-8D22-D038-8B7CAAE38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869EC51-B94E-5D06-78CB-311433A3D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D264A8-1F7E-4420-960B-4382CFC4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66824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F0BEF74-D367-C5DE-5D8F-9ADFBBCB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3FC84F-A5F2-CCBC-9F15-A536BB9FC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30EB3E-266C-109D-08C4-3E762D4A0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6419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12C16-120C-3975-B097-0A54B846E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7E164-9393-558A-5513-F865422B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E3112E-584E-A59D-BA10-4104EA310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6743B1-1A78-B5E1-30DE-62E3097B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F515367-479E-AEF8-E391-BFB269B6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902C06-D1FB-E477-5F7B-A68A3FE4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23639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4C2563-5DD9-1C41-BA57-558CCF849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FE88105-67B9-94A4-9301-CBF39EB32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7C191B-7988-4824-DB80-3DE2E53F1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1BC9518-D194-8BD9-1875-31217459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F5FB11-F3E0-C070-FAD9-FED83166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29AA51-1333-5421-145A-425EE64A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580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6B046-E452-A751-30E8-BF02BC97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A5EC90-B837-EC80-CEDD-07B39FF0D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D5BF9F-6520-3BF9-85AE-FD604EB2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9C989E-5FF8-EABC-308E-34920A82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487BCB-F3D2-5B00-07E0-F93C175B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4380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DC8FC5-F323-02F3-0D35-0E5D388C90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49F7BA-9CF1-5002-BC1F-349484C7F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19C6DE-BC47-88B3-513F-3A735A9D6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30F9B5-A953-99C7-E9F6-B22827015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9C904-59E7-4172-AB31-ECF3CA12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0345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72A72F-9E17-A87C-8D6E-4D887F73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2BF1B3-3C0F-9D49-D4F6-50DE24510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797A4E-21C7-DEE1-9B1C-F671801421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A0549C-35B6-42D3-B43E-08A931974006}" type="datetimeFigureOut">
              <a:rPr lang="es-AR" smtClean="0"/>
              <a:t>28/2/2026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0F9806-7502-0A56-A4B2-C312CC3A55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1B74DC-273C-5929-58D6-5DA5A7975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C6A01-0021-4A20-A3B5-3460D88DC29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7796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9DE4ED6-5121-656C-E955-F84BC397C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9346B12-E453-E187-AE59-D63122153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0512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AR" b="1" dirty="0">
                <a:solidFill>
                  <a:srgbClr val="00B050"/>
                </a:solidFill>
              </a:rPr>
              <a:t>Registrador XD</a:t>
            </a:r>
            <a:br>
              <a:rPr lang="es-AR" b="1" dirty="0">
                <a:solidFill>
                  <a:srgbClr val="00B050"/>
                </a:solidFill>
              </a:rPr>
            </a:br>
            <a:r>
              <a:rPr lang="es-AR" dirty="0">
                <a:solidFill>
                  <a:srgbClr val="00B050"/>
                </a:solidFill>
              </a:rPr>
              <a:t>Un juego simple, directo y adictivo donde solo importa una cosa: escribir </a:t>
            </a:r>
            <a:r>
              <a:rPr lang="es-AR" b="1" dirty="0">
                <a:solidFill>
                  <a:srgbClr val="00B050"/>
                </a:solidFill>
              </a:rPr>
              <a:t>XD</a:t>
            </a:r>
            <a:r>
              <a:rPr lang="es-AR" dirty="0">
                <a:solidFill>
                  <a:srgbClr val="00B050"/>
                </a:solidFill>
              </a:rPr>
              <a:t> en el momento exacto.</a:t>
            </a:r>
            <a:br>
              <a:rPr lang="es-AR" dirty="0"/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4870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267EEEC-E662-F222-6D8D-DE3D363B6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78BD95-216B-F034-627B-9E750BBB7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AR" b="1" dirty="0"/>
              <a:t>Las Reglas del Juego</a:t>
            </a:r>
            <a:br>
              <a:rPr lang="es-AR" b="1" dirty="0"/>
            </a:br>
            <a:r>
              <a:rPr lang="es-AR" dirty="0"/>
              <a:t>Todo lo que necesitas saber para jugar como profesional.</a:t>
            </a:r>
            <a:br>
              <a:rPr lang="es-AR" dirty="0"/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88422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4E35D3F-E4F1-6E56-1529-7686A3EE0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A9CB052-7723-FD36-3074-7398A8A0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5200"/>
            <a:ext cx="12192000" cy="2387600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s-AR" b="1" dirty="0"/>
              <a:t>Regla 1️⃣:</a:t>
            </a:r>
            <a:br>
              <a:rPr lang="es-AR" b="1" dirty="0"/>
            </a:br>
            <a:r>
              <a:rPr lang="es-AR" b="1" dirty="0"/>
              <a:t>Nada más, nada menos:</a:t>
            </a:r>
            <a:br>
              <a:rPr lang="es-AR" b="1" dirty="0"/>
            </a:br>
            <a:r>
              <a:rPr lang="es-AR" dirty="0"/>
              <a:t>Tu respuesta debe ser exclusivamente </a:t>
            </a:r>
            <a:r>
              <a:rPr lang="es-AR" b="1" dirty="0"/>
              <a:t>XD</a:t>
            </a:r>
            <a:r>
              <a:rPr lang="es-AR" dirty="0"/>
              <a:t>. </a:t>
            </a:r>
            <a:br>
              <a:rPr lang="es-AR" dirty="0"/>
            </a:br>
            <a:r>
              <a:rPr lang="es-AR" dirty="0"/>
              <a:t>Sin puntuación extra, sin explicaciones, sin trampa. Es la regla más pura del juego.</a:t>
            </a:r>
          </a:p>
        </p:txBody>
      </p:sp>
    </p:spTree>
    <p:extLst>
      <p:ext uri="{BB962C8B-B14F-4D97-AF65-F5344CB8AC3E}">
        <p14:creationId xmlns:p14="http://schemas.microsoft.com/office/powerpoint/2010/main" val="1896108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2B1AD82-3709-48C0-F6AC-1539A8C87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37419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5BB9926-08F8-147A-BE55-DFD8CEB99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429000"/>
            <a:ext cx="12191999" cy="2387600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s-AR" b="1" dirty="0">
                <a:solidFill>
                  <a:schemeClr val="accent1"/>
                </a:solidFill>
              </a:rPr>
              <a:t>Regla 2️⃣:</a:t>
            </a:r>
            <a:br>
              <a:rPr lang="es-AR" b="1" dirty="0">
                <a:solidFill>
                  <a:schemeClr val="accent1"/>
                </a:solidFill>
              </a:rPr>
            </a:br>
            <a:r>
              <a:rPr lang="es-AR" b="1" dirty="0">
                <a:solidFill>
                  <a:schemeClr val="accent1"/>
                </a:solidFill>
              </a:rPr>
              <a:t>Espacio = Descalificación</a:t>
            </a:r>
            <a:br>
              <a:rPr lang="es-AR" b="1" dirty="0">
                <a:solidFill>
                  <a:schemeClr val="accent1"/>
                </a:solidFill>
              </a:rPr>
            </a:br>
            <a:r>
              <a:rPr lang="es-AR" dirty="0">
                <a:solidFill>
                  <a:schemeClr val="accent1"/>
                </a:solidFill>
              </a:rPr>
              <a:t>Si escribes un espacio seguido de cualquier otra palabra, estás fuera. </a:t>
            </a:r>
            <a:r>
              <a:rPr lang="es-AR" dirty="0">
                <a:solidFill>
                  <a:schemeClr val="accent1"/>
                </a:solidFill>
                <a:effectLst/>
              </a:rPr>
              <a:t>XD hola</a:t>
            </a:r>
            <a:r>
              <a:rPr lang="es-AR" dirty="0">
                <a:solidFill>
                  <a:schemeClr val="accent1"/>
                </a:solidFill>
              </a:rPr>
              <a:t> no funciona. </a:t>
            </a:r>
            <a:r>
              <a:rPr lang="es-AR" dirty="0">
                <a:solidFill>
                  <a:schemeClr val="accent1"/>
                </a:solidFill>
                <a:effectLst/>
              </a:rPr>
              <a:t>XD </a:t>
            </a:r>
            <a:r>
              <a:rPr lang="es-AR" dirty="0">
                <a:solidFill>
                  <a:schemeClr val="accent1"/>
                </a:solidFill>
              </a:rPr>
              <a:t>(con espacio) tampoco. Solo </a:t>
            </a:r>
            <a:r>
              <a:rPr lang="es-AR" b="1" dirty="0">
                <a:solidFill>
                  <a:schemeClr val="accent1"/>
                </a:solidFill>
              </a:rPr>
              <a:t>XD</a:t>
            </a:r>
            <a:r>
              <a:rPr lang="es-AR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95606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BA974C1-2EB0-A0C0-C00E-41E89FA3A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1EFD3E7-0A5C-306B-BF5F-0CD5C4539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b="1" dirty="0">
                <a:solidFill>
                  <a:schemeClr val="accent1"/>
                </a:solidFill>
              </a:rPr>
              <a:t>Regla 3️⃣: La X Mayúscula es Obligatoria</a:t>
            </a:r>
            <a:endParaRPr lang="es-AR" dirty="0">
              <a:solidFill>
                <a:schemeClr val="accent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D03E7D-F095-3E9D-8A94-EE941F1A30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s-AR" b="1" dirty="0">
                <a:solidFill>
                  <a:schemeClr val="accent6"/>
                </a:solidFill>
              </a:rPr>
              <a:t>✅ Correcto</a:t>
            </a:r>
          </a:p>
          <a:p>
            <a:pPr>
              <a:buNone/>
            </a:pPr>
            <a:r>
              <a:rPr lang="es-AR" b="1" dirty="0">
                <a:solidFill>
                  <a:schemeClr val="accent6"/>
                </a:solidFill>
              </a:rPr>
              <a:t>XD</a:t>
            </a:r>
            <a:endParaRPr lang="es-AR" dirty="0">
              <a:solidFill>
                <a:schemeClr val="accent6"/>
              </a:solidFill>
            </a:endParaRPr>
          </a:p>
          <a:p>
            <a:pPr>
              <a:buNone/>
            </a:pPr>
            <a:r>
              <a:rPr lang="es-AR" dirty="0">
                <a:solidFill>
                  <a:schemeClr val="accent6"/>
                </a:solidFill>
              </a:rPr>
              <a:t>La X tiene que estar en mayúscula. Sin excepciones.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D521AB-DA14-A715-ABBB-8AF71DAB88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s-AR" b="1" dirty="0">
                <a:solidFill>
                  <a:srgbClr val="FF0000"/>
                </a:solidFill>
              </a:rPr>
              <a:t>❌ Incorrecto</a:t>
            </a:r>
          </a:p>
          <a:p>
            <a:pPr>
              <a:buNone/>
            </a:pPr>
            <a:r>
              <a:rPr lang="es-AR" strike="sngStrike" dirty="0">
                <a:solidFill>
                  <a:srgbClr val="FF0000"/>
                </a:solidFill>
              </a:rPr>
              <a:t> xd</a:t>
            </a:r>
            <a:endParaRPr lang="es-AR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s-AR" dirty="0">
                <a:solidFill>
                  <a:srgbClr val="FF0000"/>
                </a:solidFill>
              </a:rPr>
              <a:t>La x minúscula no cuenta. Punto.</a:t>
            </a:r>
          </a:p>
        </p:txBody>
      </p:sp>
    </p:spTree>
    <p:extLst>
      <p:ext uri="{BB962C8B-B14F-4D97-AF65-F5344CB8AC3E}">
        <p14:creationId xmlns:p14="http://schemas.microsoft.com/office/powerpoint/2010/main" val="2551697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3CD821B-96EB-FB62-C62F-84EFF47BE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1DEF2C7-896C-1CDA-ACE2-36B15882E6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b="1" dirty="0">
                <a:solidFill>
                  <a:schemeClr val="accent1"/>
                </a:solidFill>
              </a:rPr>
              <a:t>Regla 4️⃣: El Timing lo es Todo</a:t>
            </a:r>
            <a:endParaRPr lang="es-AR" dirty="0">
              <a:solidFill>
                <a:schemeClr val="accent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2B7CA8-FE79-7168-285D-B3C89E68B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s-AR" dirty="0">
                <a:solidFill>
                  <a:schemeClr val="accent1"/>
                </a:solidFill>
              </a:rPr>
              <a:t>Cualquier </a:t>
            </a:r>
            <a:r>
              <a:rPr lang="es-AR" b="1" dirty="0">
                <a:solidFill>
                  <a:schemeClr val="accent1"/>
                </a:solidFill>
              </a:rPr>
              <a:t>XD</a:t>
            </a:r>
            <a:r>
              <a:rPr lang="es-AR" dirty="0">
                <a:solidFill>
                  <a:schemeClr val="accent1"/>
                </a:solidFill>
              </a:rPr>
              <a:t> fuera del tiempo establecido será ignorado completamente. El juego tiene un ritmo, una ventana de oportunidad. Si llegas tarde, no entra.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8908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65C2C94-01F6-2218-03DA-DD92E16D2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33F076D-3245-9F0F-66FA-ECDFCA36E2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AR" b="1" dirty="0">
                <a:solidFill>
                  <a:schemeClr val="bg1"/>
                </a:solidFill>
              </a:rPr>
              <a:t>Regla 5️⃣: El Epicentro</a:t>
            </a:r>
            <a:br>
              <a:rPr lang="es-AR" b="1" dirty="0">
                <a:solidFill>
                  <a:schemeClr val="bg1"/>
                </a:solidFill>
              </a:rPr>
            </a:br>
            <a:r>
              <a:rPr lang="es-AR" b="1" dirty="0">
                <a:solidFill>
                  <a:schemeClr val="bg1"/>
                </a:solidFill>
              </a:rPr>
              <a:t>XD</a:t>
            </a:r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DF9A94-D7C3-D6F7-39C2-800A49A50F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None/>
            </a:pPr>
            <a:r>
              <a:rPr lang="es-AR" dirty="0">
                <a:solidFill>
                  <a:schemeClr val="bg1"/>
                </a:solidFill>
              </a:rPr>
              <a:t>La regla más importante, la más fundamental, la que resume todo: </a:t>
            </a:r>
            <a:r>
              <a:rPr lang="es-AR" b="1" dirty="0">
                <a:solidFill>
                  <a:schemeClr val="bg1"/>
                </a:solidFill>
              </a:rPr>
              <a:t>XD</a:t>
            </a:r>
            <a:r>
              <a:rPr lang="es-AR" dirty="0">
                <a:solidFill>
                  <a:schemeClr val="bg1"/>
                </a:solidFill>
              </a:rPr>
              <a:t>. Simple, puro, directo. Esta regla lo dice todo sobre el juego.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49666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4D64B9B-F58A-C8DE-16AA-5C0FCA79F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1D2D359-7B1A-1660-1ED7-B9E36200F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b="1" dirty="0">
                <a:solidFill>
                  <a:srgbClr val="FF0000"/>
                </a:solidFill>
              </a:rPr>
              <a:t>Resumen: Lo Que Debes Recordar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0FEBF9-B85B-3581-579C-2D57F97D3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2"/>
            <a:ext cx="5157787" cy="14749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AR" sz="2800" b="1" dirty="0">
                <a:solidFill>
                  <a:srgbClr val="FF0000"/>
                </a:solidFill>
              </a:rPr>
              <a:t>1)Solo escribe XD</a:t>
            </a:r>
          </a:p>
          <a:p>
            <a:pPr>
              <a:buNone/>
            </a:pPr>
            <a:r>
              <a:rPr lang="es-AR" sz="2800" dirty="0">
                <a:solidFill>
                  <a:srgbClr val="FF0000"/>
                </a:solidFill>
              </a:rPr>
              <a:t>Nada más, nada menos. Sin adornos.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A684C0-30F3-E062-ACCB-A21E8B5D7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4247533"/>
            <a:ext cx="5157787" cy="1942129"/>
          </a:xfrm>
        </p:spPr>
        <p:txBody>
          <a:bodyPr/>
          <a:lstStyle/>
          <a:p>
            <a:pPr>
              <a:buNone/>
            </a:pPr>
            <a:r>
              <a:rPr lang="es-AR" b="1" dirty="0">
                <a:solidFill>
                  <a:srgbClr val="FF0000"/>
                </a:solidFill>
              </a:rPr>
              <a:t>3)X mayúscula siempre</a:t>
            </a:r>
          </a:p>
          <a:p>
            <a:pPr>
              <a:buNone/>
            </a:pPr>
            <a:r>
              <a:rPr lang="es-AR" dirty="0">
                <a:solidFill>
                  <a:srgbClr val="FF0000"/>
                </a:solidFill>
              </a:rPr>
              <a:t>Sin excepciones, sin debates.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FD3149-9428-C79E-9A02-316E35E06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1474992"/>
          </a:xfrm>
        </p:spPr>
        <p:txBody>
          <a:bodyPr>
            <a:noAutofit/>
          </a:bodyPr>
          <a:lstStyle/>
          <a:p>
            <a:r>
              <a:rPr lang="es-AR" sz="2800" dirty="0">
                <a:solidFill>
                  <a:srgbClr val="FF0000"/>
                </a:solidFill>
              </a:rPr>
              <a:t>2)Un espacio rompe todo</a:t>
            </a:r>
          </a:p>
          <a:p>
            <a:r>
              <a:rPr lang="es-AR" sz="2800" dirty="0">
                <a:solidFill>
                  <a:srgbClr val="FF0000"/>
                </a:solidFill>
              </a:rPr>
              <a:t>Espacio + otra palabra = descalificación inmediata.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6386EA9-7DE1-55B0-154F-F014D19A75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4247535"/>
            <a:ext cx="5183188" cy="1942128"/>
          </a:xfrm>
        </p:spPr>
        <p:txBody>
          <a:bodyPr/>
          <a:lstStyle/>
          <a:p>
            <a:pPr>
              <a:buNone/>
            </a:pPr>
            <a:r>
              <a:rPr lang="es-AR" b="1" dirty="0">
                <a:solidFill>
                  <a:srgbClr val="FF0000"/>
                </a:solidFill>
              </a:rPr>
              <a:t>4)Respeta el timing</a:t>
            </a:r>
          </a:p>
          <a:p>
            <a:pPr>
              <a:buNone/>
            </a:pPr>
            <a:r>
              <a:rPr lang="es-AR" dirty="0">
                <a:solidFill>
                  <a:srgbClr val="FF0000"/>
                </a:solidFill>
              </a:rPr>
              <a:t>Fuera de tiempo, fuera del juego.</a:t>
            </a:r>
          </a:p>
        </p:txBody>
      </p:sp>
    </p:spTree>
    <p:extLst>
      <p:ext uri="{BB962C8B-B14F-4D97-AF65-F5344CB8AC3E}">
        <p14:creationId xmlns:p14="http://schemas.microsoft.com/office/powerpoint/2010/main" val="188605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F88AB01-89DA-AA3E-5CF3-A06B2D33F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502"/>
            <a:ext cx="12192000" cy="68635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5457F49-1F93-3E3E-F4DD-69E29B7F6E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b="1" dirty="0">
                <a:solidFill>
                  <a:schemeClr val="accent2">
                    <a:lumMod val="75000"/>
                  </a:schemeClr>
                </a:solidFill>
              </a:rPr>
              <a:t>¿Listo para Jugar?</a:t>
            </a:r>
            <a:br>
              <a:rPr lang="es-AR" b="1" dirty="0">
                <a:solidFill>
                  <a:schemeClr val="accent2">
                    <a:lumMod val="75000"/>
                  </a:schemeClr>
                </a:solidFill>
              </a:rPr>
            </a:br>
            <a:endParaRPr lang="es-A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7F5AB1-2338-53C3-1B63-15B7BE5E98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marL="914400" indent="-914400" algn="l">
              <a:buFont typeface="Arial" panose="020B0604020202020204" pitchFamily="34" charset="0"/>
              <a:buChar char="•"/>
            </a:pPr>
            <a:r>
              <a:rPr lang="es-AR" sz="11200" b="1" dirty="0">
                <a:solidFill>
                  <a:schemeClr val="accent2">
                    <a:lumMod val="75000"/>
                  </a:schemeClr>
                </a:solidFill>
              </a:rPr>
              <a:t>Domina las reglas: </a:t>
            </a:r>
            <a:r>
              <a:rPr lang="es-AR" sz="11200" dirty="0">
                <a:solidFill>
                  <a:schemeClr val="accent2">
                    <a:lumMod val="75000"/>
                  </a:schemeClr>
                </a:solidFill>
              </a:rPr>
              <a:t>Conoce cada regla como tu propia mano.</a:t>
            </a:r>
          </a:p>
          <a:p>
            <a:pPr algn="l"/>
            <a:endParaRPr lang="es-AR" sz="5100" dirty="0">
              <a:solidFill>
                <a:schemeClr val="accent2">
                  <a:lumMod val="75000"/>
                </a:schemeClr>
              </a:solidFill>
            </a:endParaRPr>
          </a:p>
          <a:p>
            <a:pPr marL="914400" indent="-914400" algn="l">
              <a:buFont typeface="Arial" panose="020B0604020202020204" pitchFamily="34" charset="0"/>
              <a:buChar char="•"/>
            </a:pPr>
            <a:r>
              <a:rPr lang="es-AR" sz="11200" b="1" dirty="0">
                <a:solidFill>
                  <a:schemeClr val="accent2">
                    <a:lumMod val="75000"/>
                  </a:schemeClr>
                </a:solidFill>
              </a:rPr>
              <a:t>Mantén la concentración: </a:t>
            </a:r>
            <a:r>
              <a:rPr lang="es-AR" sz="11200" dirty="0">
                <a:solidFill>
                  <a:schemeClr val="accent2">
                    <a:lumMod val="75000"/>
                  </a:schemeClr>
                </a:solidFill>
              </a:rPr>
              <a:t>El timing y la precisión son tus mejores aliados.</a:t>
            </a:r>
          </a:p>
          <a:p>
            <a:pPr algn="l"/>
            <a:endParaRPr lang="es-AR" sz="5100" dirty="0">
              <a:solidFill>
                <a:schemeClr val="accent2">
                  <a:lumMod val="75000"/>
                </a:schemeClr>
              </a:solidFill>
            </a:endParaRPr>
          </a:p>
          <a:p>
            <a:pPr marL="914400" indent="-914400" algn="l">
              <a:buFont typeface="Arial" panose="020B0604020202020204" pitchFamily="34" charset="0"/>
              <a:buChar char="•"/>
            </a:pPr>
            <a:r>
              <a:rPr lang="es-AR" sz="11200" b="1" dirty="0">
                <a:solidFill>
                  <a:schemeClr val="accent2">
                    <a:lumMod val="75000"/>
                  </a:schemeClr>
                </a:solidFill>
              </a:rPr>
              <a:t>Diviértete: </a:t>
            </a:r>
            <a:r>
              <a:rPr lang="es-AR" sz="11200" dirty="0">
                <a:solidFill>
                  <a:schemeClr val="accent2">
                    <a:lumMod val="75000"/>
                  </a:schemeClr>
                </a:solidFill>
              </a:rPr>
              <a:t>Porque al final, se trata de reír y disfrutar del juego.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4634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D7B6FFF3-57C5-BCA2-CACE-7CE9BF38D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B49B28D-241B-3C23-67F1-BB57DF6B4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>
            <a:normAutofit fontScale="90000"/>
          </a:bodyPr>
          <a:lstStyle/>
          <a:p>
            <a:r>
              <a:rPr lang="es-AR" sz="9600" b="1" dirty="0">
                <a:solidFill>
                  <a:schemeClr val="bg1"/>
                </a:solidFill>
              </a:rPr>
              <a:t>XD</a:t>
            </a:r>
            <a:br>
              <a:rPr lang="es-AR" b="1" dirty="0"/>
            </a:b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977650-BD47-BCF6-2D50-5DF2BFAA5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4928"/>
            <a:ext cx="9144000" cy="1655762"/>
          </a:xfrm>
        </p:spPr>
        <p:txBody>
          <a:bodyPr/>
          <a:lstStyle/>
          <a:p>
            <a:pPr>
              <a:buNone/>
            </a:pPr>
            <a:r>
              <a:rPr lang="es-AR" sz="4400" dirty="0">
                <a:solidFill>
                  <a:schemeClr val="bg1"/>
                </a:solidFill>
              </a:rPr>
              <a:t>Que comience la diversión. Escribe cuando sea el momento.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282583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340</Words>
  <Application>Microsoft Office PowerPoint</Application>
  <PresentationFormat>Panorámica</PresentationFormat>
  <Paragraphs>32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Registrador XD Un juego simple, directo y adictivo donde solo importa una cosa: escribir XD en el momento exacto. </vt:lpstr>
      <vt:lpstr>Las Reglas del Juego Todo lo que necesitas saber para jugar como profesional. </vt:lpstr>
      <vt:lpstr>Regla 1️⃣: Nada más, nada menos: Tu respuesta debe ser exclusivamente XD.  Sin puntuación extra, sin explicaciones, sin trampa. Es la regla más pura del juego.</vt:lpstr>
      <vt:lpstr>Regla 2️⃣: Espacio = Descalificación Si escribes un espacio seguido de cualquier otra palabra, estás fuera. XD hola no funciona. XD (con espacio) tampoco. Solo XD.</vt:lpstr>
      <vt:lpstr>Regla 3️⃣: La X Mayúscula es Obligatoria</vt:lpstr>
      <vt:lpstr>Regla 4️⃣: El Timing lo es Todo</vt:lpstr>
      <vt:lpstr>Regla 5️⃣: El Epicentro XD</vt:lpstr>
      <vt:lpstr>Resumen: Lo Que Debes Recordar </vt:lpstr>
      <vt:lpstr>¿Listo para Jugar? </vt:lpstr>
      <vt:lpstr>XD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pereyrademian2017@gmail.com</dc:creator>
  <cp:lastModifiedBy>pereyrademian2017@gmail.com</cp:lastModifiedBy>
  <cp:revision>1</cp:revision>
  <dcterms:created xsi:type="dcterms:W3CDTF">2026-02-28T20:36:43Z</dcterms:created>
  <dcterms:modified xsi:type="dcterms:W3CDTF">2026-02-28T21:07:53Z</dcterms:modified>
</cp:coreProperties>
</file>